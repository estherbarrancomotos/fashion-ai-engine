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ANEXO TÉCNICO · FASHION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Pipeline de ML
de extremo a extremo.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5 modelos supervisados · 1 no supervisado · simulador económico
sobre 31,8M transacciones reales de H&amp;M.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126480"/>
            <a:ext cx="38404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Esther Barranco Motos ·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1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El pipeline de extremo a extremo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2286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31,8M transactions
105K articles
2018-2020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data/raw/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383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286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Feature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2,2M filas
13 columnas
weekly_sales.parquet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src/data_processing.py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383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Modelos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5 supervised + KMeans
GridSearchCV + Pipeline
WAPE 0,515 · ROC 0,64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src/training.py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383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2860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Simulador +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1089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P&amp;L cuantificado
5 páginas Streamlit
+175,5K€ uplift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app_streamlit/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Pipeline reproducible: notebooks 01→02→03 + scripts en src/ + tests en tests/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8+ commits limpios · estructura alineada con buenas prácticas de Cookiecutter Data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2 · 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5 algoritmos · Pipeline + GridSearchCV + TimeSeriesSplit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2011680"/>
            <a:ext cx="832104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103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103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Test WAPE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03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Tiempo entreno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46888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Dummy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60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560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60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0,5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926080"/>
            <a:ext cx="83210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017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017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Lineal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017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0.898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017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7,2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38328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3474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RandomForest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474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Bagging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474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0.484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474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135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40480"/>
            <a:ext cx="83210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931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931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Boosting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931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0.538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931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22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29768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LightGBM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389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Boosting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0.538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389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14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✓ RandomForest gana en sample 100K (WAPE 0,484, mejora 44,7% vs Dummy)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Pipeline + GridSearchCV + TimeSeriesSplit(3) sobre cada modelo · WAPE como scorer custom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E293B"/>
                </a:solidFill>
                <a:latin typeface="Calibri"/>
              </a:rPr>
              <a:t>→ Modelo de producción: LightGBM reentrenado sobre 1,76M filas (full dataset) → WAPE 0,515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3 ·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De 4 columnas crudas a 26 features de modelado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920240"/>
            <a:ext cx="539496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Lags temporales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lag_1  ·  lag_2  ·  lag_4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Captura autocorrelación corta y mensual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539496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Rolling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rolling_mean_4  ·  rolling_mean_8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Tendencia suavizada (anti-noise)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39496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Calendario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month  ·  week_of_year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Estacionalidad anual y mensual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474720"/>
            <a:ext cx="539496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6118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Categóricas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776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product_group  ·  colour_group  ·  garment_group  ·  department  ·  index_group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Atributos del producto (LightGBM nativo)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39496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Transformaciones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log_units (target)  ·  log_lag_*  ·  log_rolling_*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Estabiliza varianza · distribución muy asimétrica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029200"/>
            <a:ext cx="539496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66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Filtro cold-start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nsolas"/>
              </a:rPr>
              <a:t>≥4 semanas en 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897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Evita predicciones espurias en productos nuevos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4 · MODELO DE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LightGBM sobre 1,76M filas con categoricals nativos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920240"/>
            <a:ext cx="54864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HIPERPARÁMETROS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468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980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learning_rate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272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num_leaves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564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min_data_in_leaf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856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feature_fraction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114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0.9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43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bagging_fraction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4439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0.9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num_boost_round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7731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early_stopping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1023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315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best_iteration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4315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273  ← convergió aquí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920240"/>
            <a:ext cx="5029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VALIDACIÓN TEMPORAL ESTRICTA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Train: ≤ 2020-06-22  →  1.59M filas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Val:   2020-06 → 2020-08  →  120K filas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Test:  &gt; 2020-08-22  →  47K filas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11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Sin shuffle. Predicción del futuro con info del pasado.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023360"/>
            <a:ext cx="5029200" cy="2103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206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RESULTADOS EN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5262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59669"/>
                </a:solidFill>
                <a:latin typeface="Calibri"/>
              </a:rPr>
              <a:t>WAPE 0,515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212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vs baseline lag_1 (WAPE 0,557)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532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Mejora +7,5% sobre baseline naive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852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n_test = 47.928 predicciones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5 · MODELO DE DEVOLUCIONES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Classifier · LightGBM · labels semi-sintéticas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9202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0,637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discriminación general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9202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PR-AUC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231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0,314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calidad clase positiva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BRIER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0,170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calibración (menor = mejor)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9202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9202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BASE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4231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22,7%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tasa real positivos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Limitación honesta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34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Las labels son semi-sintéticas. H&amp;M no publica devoluciones reales, así que se construyen a partir de tasas sectoriales documentadas (Narvar 2023, Optoro 2023) por garment_group_name × colour_group_name.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→ El modelo aprende patrones realistas pero está sesgado a las tasas asumidas. v2 con datos reales (e.g. ASOS GraphReturns) eliminaría este sesgo.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6 · KMEANS NO SUPERVISADO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Segmentación de 75K productos en 4 arquetipos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10B981"/>
                </a:solidFill>
                <a:latin typeface="Calibri"/>
              </a:rPr>
              <a:t>k =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Selección por silhouette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Barrido k ∈ [3, 4, 5, 6, 7, 8] · pico en k = 4 (silhouette 0,122)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Features one-hot: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·  product_group_name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64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·  colour_group_name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57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·  department_name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9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·  index_group_name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424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·  garment_group_name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920240"/>
            <a:ext cx="57607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PERFIL DE CADA 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514600"/>
            <a:ext cx="530352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633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334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 prod.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334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Top garment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01752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363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363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28.767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3639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Jersey Basic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520440"/>
            <a:ext cx="530352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6393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39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21.743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639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Trousers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02336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1422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1422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17.239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1422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Accessories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526280"/>
            <a:ext cx="530352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6451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6451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7.572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6451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Outdoor / Nightwear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SECCIÓN 7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Tooling utilizado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106984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92024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MODELADO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scikit-learn · LightGBM · XGBoost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92024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PROCESAMIENTO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pandas · pyarrow · numpy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VISUALIZACIÓN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Plotly · matplotlib · seaborn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92608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37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Streamlit · Streamlit Community Cloud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pytest · smoke tests del simulador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93192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VERSIONADO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43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Git · GitHub · 8+ commits limpios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3776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REPRODUCIBILIDAD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configs/default.yaml · requirements.txt · scripts en src/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93776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029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NOTEBOOKS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49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Jupyter · 6 notebooks (01_Fuentes a 03d_Economic_Simulator)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