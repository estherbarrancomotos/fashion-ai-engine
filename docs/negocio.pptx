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hion-ai-engine-app.streamlit.app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hion-ai-engine-app.streamlit.app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hion-ai-engine-app.streamlit.ap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hion-ai-engine-app.streamlit.app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hion-ai-engine-app.streamlit.app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hion-ai-engine-app.streamlit.ap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hion-ai-engine-app.streamlit.ap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hion-ai-engine-app.streamlit.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BLOQUE 1 ·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Fashion AI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CBD5E1"/>
                </a:solidFill>
                <a:latin typeface="Calibri"/>
              </a:rPr>
              <a:t>El motor no produce menos.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1">
                <a:solidFill>
                  <a:srgbClr val="10B981"/>
                </a:solidFill>
                <a:latin typeface="Calibri"/>
              </a:rPr>
              <a:t>Produce mejor.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029200"/>
            <a:ext cx="347472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5166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Esther Barranco Motos · 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onsolas"/>
                <a:hlinkClick r:id="rId2"/>
              </a:rPr>
              <a:t>fashion-ai-engine-app.streamlit.app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La moda destruye el 30% de su producción cada año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82880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10B981"/>
                </a:solidFill>
                <a:latin typeface="Calibri"/>
              </a:rP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de la producción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se destruye o rebaja masivamente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10B981"/>
                </a:solidFill>
                <a:latin typeface="Calibri"/>
              </a:rPr>
              <a:t>15-40%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004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tasas de devolución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5661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según categoría · Narvar, Optoro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10B981"/>
                </a:solidFill>
                <a:latin typeface="Calibri"/>
              </a:rPr>
              <a:t>Miles M€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2004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perdidos cada año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661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+ huella ambiental enorme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11247120" cy="196596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54864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🚨 CONTEXTO LEGAL · LEY EN VIGOR DESDE EL 19 DE JULIO DE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548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Las marcas ya no pueden quemar, destruir ni tirar stock nuevo.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Obligación de reutilizar (reventa, outlets) · donar · reparar · reciclar.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Y reportar anualmente cuánto stock no vendido tienen y qué hacen con ello.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059669"/>
                </a:solidFill>
                <a:latin typeface="Calibri"/>
              </a:rPr>
              <a:t>→ Producir mejor desde el origen ya no es una optimización: es una obligación legal y reputacional.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02 / 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0B981"/>
                </a:solidFill>
                <a:latin typeface="Consolas"/>
                <a:hlinkClick r:id="rId2"/>
              </a:rPr>
              <a:t>fashion-ai-engine-app.streamlit.app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Un motor de decisión modular en 3 piezas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8288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Las predicciones de tres modelos se combinan en un simulador económico que las traduce a euros.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749039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Modelo de demanda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¿Cuántas unidades se van a vender?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LightGBM con validación temporal estricta sobre 1,76M registros article × week.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5074920"/>
            <a:ext cx="32004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212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WAPE 0,515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+7,5% vs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286000"/>
            <a:ext cx="3749039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286000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231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432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Modelo de devoluciones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46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¿Qué probabilidad hay de devolución?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749039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Classifier con labels semi-sintéticas derivadas de tasas sectoriales (Narvar, Optoro).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63440" y="5074920"/>
            <a:ext cx="32004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3440" y="5212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ROC-AUC 0,64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7607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9.772 productos evaluados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286000"/>
            <a:ext cx="3749039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2286000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4231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7432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Simulador económico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246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¿Cuánto margen genera cada decisión?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749039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Combina demanda × devoluciones × supuestos económicos. Convierte ML en euros.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5360" y="5074920"/>
            <a:ext cx="3200399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0" y="5212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+175,5K 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7607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vs baseline humano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03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0B981"/>
                </a:solidFill>
                <a:latin typeface="Consolas"/>
                <a:hlinkClick r:id="rId2"/>
              </a:rPr>
              <a:t>fashion-ai-engine-app.streamlit.app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Por qué H&amp;M Personalized Fashion Recommendations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920240"/>
            <a:ext cx="5669280" cy="4297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H&amp;M KAGGLE COMPETITION ·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0F172A"/>
                </a:solidFill>
                <a:latin typeface="Calibri"/>
              </a:rPr>
              <a:t>31,8M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transacciones reales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septiembre 2018 — septiembre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105K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artículos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2976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1,37M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8006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2976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2 años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8006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histórico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0F172A"/>
                </a:solidFill>
                <a:latin typeface="Calibri"/>
              </a:rPr>
              <a:t>→ Volumen industrial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No un dataset de juguete: condiciones que se parecen a las de H&amp;M de verdad.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POR QUÉ LO ELEGÍ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468880"/>
            <a:ext cx="4572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4688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Volumen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788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31,8M transacciones — fuerza a usar pipelines reales y modelos que escalen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46120"/>
            <a:ext cx="4572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2461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Calidad de metadatos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566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Cada artículo tiene 25 atributos: tipo, color, departamento, índice…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023360"/>
            <a:ext cx="4572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023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Histórico temporal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2 años permiten validación temporal estricta sin trampas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800600"/>
            <a:ext cx="4572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8006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Reproducibilidad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Público y descargable vía Kaggle — cualquiera puede replicar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577840"/>
            <a:ext cx="4572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577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Industria con problema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89787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Moda destruye 30% de stock; el caso de uso es claro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04 /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0B981"/>
                </a:solidFill>
                <a:latin typeface="Consolas"/>
                <a:hlinkClick r:id="rId2"/>
              </a:rPr>
              <a:t>fashion-ai-engine-app.streamlit.app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GENERALIZACIÓN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Cómo se adapta el motor a otra marca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8288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El sistema NO depende de H&amp;M: depende de la estructura de los datos. Cualquier marca puede usarlo.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6400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963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Subir transacciones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CSV con columnas: fecha, article_id, customer_id, price, quantity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963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data/raw/transactions.csv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6400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735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Subir 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290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CSV con atributos del producto: tipo, color, departamento,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735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data/raw/articles.csv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5079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86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Definir supuestos económicos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Margen bruto, coste devolución, markdown depth, tasa destrucción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5079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configs/default.yaml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6400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2803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634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Ejecutar el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83479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Un script reentrena los modelos sobre los datos de la nueva marca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2803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python -m src.training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40679"/>
            <a:ext cx="6400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0527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44067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Lanzar la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60719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Misma app Streamlit; ahora muestra KPIs de la nueva marca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60527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streamlit run app_streamlit/streamlit_app.py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05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0B981"/>
                </a:solidFill>
                <a:latin typeface="Consolas"/>
                <a:hlinkClick r:id="rId2"/>
              </a:rPr>
              <a:t>fashion-ai-engine-app.streamlit.app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Comparativa de 4 políticas de producción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8288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Mismo dataset, mismo periodo, mismo presupuesto. Cuatro políticas distintas. Comparación honesta: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2697480" cy="21031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ORACLE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2,95M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  <a:latin typeface="Calibri"/>
              </a:rPr>
              <a:t>Conoce el futuro perfectamente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Techo teórico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331720"/>
            <a:ext cx="2697480" cy="2103120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NAIVE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8892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2,57M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  <a:latin typeface="Calibri"/>
              </a:rPr>
              <a:t>Forecast humano con error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690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Baseline a comparar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331720"/>
            <a:ext cx="2697480" cy="210312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4688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8892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2,67M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Solo modelo ML, sin devoluciones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690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Mejora parcial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331720"/>
            <a:ext cx="2697480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4688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OPTIMIZED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78892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2,74M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6576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Sistema completo, α = 0,1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0690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★ MI SOLUCIÓN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754880"/>
            <a:ext cx="45720" cy="1554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846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+175.535 €  de margen incremental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vs baseline humano · al MISMO presupuesto de unidades · evitando 5,6K uds de stock muerto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El sistema no produce menos. Reasigna mejor entre artículos según margen neto esperado.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06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0B981"/>
                </a:solidFill>
                <a:latin typeface="Consolas"/>
                <a:hlinkClick r:id="rId2"/>
              </a:rPr>
              <a:t>fashion-ai-engine-app.streamlit.app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DEMO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onsolas"/>
                <a:hlinkClick r:id="rId2"/>
              </a:rPr>
              <a:t>fashion-ai-engine-app.streamlit.app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CBD5E1"/>
                </a:solidFill>
                <a:latin typeface="Calibri"/>
              </a:rPr>
              <a:t>Click en la URL para abrir la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2004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Executive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46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KPIs · sensibilidad 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794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Decision 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Sliders interactivos · P&amp;L en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389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Style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Heatmap garment × color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983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Returns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029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Calibración · top 50 productos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2355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577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Demand Explorer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6235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Forecast vs real por SKU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CBD5E1"/>
                </a:solidFill>
                <a:latin typeface="Calibr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FASHION AI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1">
                <a:solidFill>
                  <a:srgbClr val="0F172A"/>
                </a:solidFill>
                <a:latin typeface="Calibri"/>
              </a:rPr>
              <a:t>El motor no produce menos.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1">
                <a:solidFill>
                  <a:srgbClr val="059669"/>
                </a:solidFill>
                <a:latin typeface="Calibri"/>
              </a:rPr>
              <a:t>Produce mejor.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059669"/>
                </a:solidFill>
                <a:latin typeface="Calibri"/>
              </a:rPr>
              <a:t>+175,5K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margen extra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6576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059669"/>
                </a:solidFill>
                <a:latin typeface="Calibri"/>
              </a:rPr>
              <a:t>5,6K uds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4348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stock muerto evitado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6576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059669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4348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unidades adicionales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0" y="5349240"/>
            <a:ext cx="484632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1E293B"/>
                </a:solidFill>
                <a:latin typeface="Calibri"/>
              </a:rPr>
              <a:t>En un contexto donde la ley prohíbe destruir excedentes,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1E293B"/>
                </a:solidFill>
                <a:latin typeface="Calibri"/>
              </a:rPr>
              <a:t>producir mejor deja de ser optimización: es estrategia.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  <a:hlinkClick r:id="rId2"/>
              </a:rPr>
              <a:t>Esther Barranco Motos · fashion-ai-engine-app.streamlit.app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