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PORTFOLIO · FASHION AI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From overproduction
to optimization.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A Machine Learning decision engine for fashion brands
that turns predictions into quantified business impact.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6126480"/>
            <a:ext cx="384048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Esther Barranco Motos · 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SECCIÓN 1 · 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30% de la producción se destruye o rebaja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554480"/>
            <a:ext cx="1069848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201168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F4444"/>
                </a:solidFill>
                <a:latin typeface="Calibri"/>
              </a:rPr>
              <a:t>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de la producción anual de moda termina destruida o con rebaja masiva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01168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59E0B"/>
                </a:solidFill>
                <a:latin typeface="Calibri"/>
              </a:rPr>
              <a:t>15-40%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38328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tasas de devolución online por categoría según Narvar y Optoro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01168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0F172A"/>
                </a:solidFill>
                <a:latin typeface="Calibri"/>
              </a:rPr>
              <a:t>Miles
de M€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38328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de coste agregado anual + impacto medioambiental significativo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257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0F172A"/>
                </a:solidFill>
                <a:latin typeface="Calibri"/>
              </a:rPr>
              <a:t>Las decisiones de producción se toman sin cuantificar el riesgo por producto.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669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Los buyers actúan con intuición y datos agregados, no con ML aplicado a cada SKU.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SECCIÓN 2 ·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Un motor de decisión modular en 3 piezas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554480"/>
            <a:ext cx="1069848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31520" y="1828800"/>
            <a:ext cx="356616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5661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Forecast de demanda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LightGBM con log-target y validación temporal estricta sobre 1,76M observaciones article × week.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937760"/>
            <a:ext cx="301752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05840" y="5074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WAPE 0,515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+7,5% vs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1828800"/>
            <a:ext cx="356616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28800"/>
            <a:ext cx="35661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2011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Predicción de devoluciones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310896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Classifier con labels semi-sintéticas derivadas de tasas sectoriales reales (Narvar, Optoro).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54879" y="4937760"/>
            <a:ext cx="3017521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54879" y="5074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ROC-AUC 0,637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9.772 productos evaluados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56616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828800"/>
            <a:ext cx="35661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011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Simulador económico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10896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Traduce las predicciones en € de margen bajo distintas políticas. Incluye lost demand penalty.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503920" y="4937760"/>
            <a:ext cx="301752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03920" y="5074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+175.5K 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+6,8% margen adicional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SECCIÓN 3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El motor no produce menos: produce mejor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554480"/>
            <a:ext cx="1069848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31520" y="1828800"/>
            <a:ext cx="26517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65176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MARGEN INCREMENTAL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59669"/>
                </a:solidFill>
                <a:latin typeface="Calibri"/>
              </a:rPr>
              <a:t>+175,5K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vs baseline humano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1828800"/>
            <a:ext cx="26517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66160" y="1828800"/>
            <a:ext cx="265176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0116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DELTA EN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331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59669"/>
                </a:solidFill>
                <a:latin typeface="Calibri"/>
              </a:rPr>
              <a:t>+6,8%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926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al mismo presupuesto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26517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265176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0116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STOCK MUERTO EVITADO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331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F172A"/>
                </a:solidFill>
                <a:latin typeface="Calibri"/>
              </a:rPr>
              <a:t>5,6K uds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26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−5,4% unsold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828800"/>
            <a:ext cx="26517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828800"/>
            <a:ext cx="265176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19" y="20116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GAP VS ORACLE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2331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F172A"/>
                </a:solidFill>
                <a:latin typeface="Calibri"/>
              </a:rPr>
              <a:t>+214K 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2926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techo teórico de mejora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840480"/>
            <a:ext cx="10698480" cy="2011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3840480"/>
            <a:ext cx="54864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114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0F172A"/>
                </a:solidFill>
                <a:latin typeface="Calibri"/>
              </a:rPr>
              <a:t>Reasignar la producción entre artículos según su margen neto esperado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6634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0F172A"/>
                </a:solidFill>
                <a:latin typeface="Calibri"/>
              </a:rPr>
              <a:t>—no según volumen— genera +175.535 € adicionales sin producir una sola unidad más.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349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Mismo presupuesto. Mejor distribución. Resultado cuantificado.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SECCIÓN 4 · CASO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Un día en la vida de una buyer con la herramienta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554480"/>
            <a:ext cx="1069848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31520" y="1920240"/>
            <a:ext cx="137160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8483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Lunes 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9659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Recibe el plan de producción de la temporada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2860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Abre el Decision Simulator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88920"/>
            <a:ext cx="137160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5351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Lunes 9:15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83463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Ajusta supuestos económicos a la realidad de su categoría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154679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Slider: margen 53% → 58%, return cost 18€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57600"/>
            <a:ext cx="137160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22191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Lunes 9:30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7033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Identifica los 50 productos de mayor riesgo de devolución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0233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Descarga CSV desde Returns 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526279"/>
            <a:ext cx="137160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90871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Lunes 10:00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57199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Reasigna producción de productos riesgo a productos seguros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892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El simulador recalcula el P&amp;L en vivo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394960"/>
            <a:ext cx="137160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5955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Lunes 11:00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4406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Presenta el plan revisado a su director con +175K € documentados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5760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Decisión basada en datos, no en intuición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SECCIÓN 5 · PRODUCTO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Una app, cinco vistas, decisiones accionables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554480"/>
            <a:ext cx="1069848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31520" y="1920240"/>
            <a:ext cx="45720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Executive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6771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KPIs, comparativa de escenarios, sensibilidad a α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45720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346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432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Decision Simulator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044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Sliders interactivos · P&amp;L en vivo · botón reset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474720"/>
            <a:ext cx="45720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11879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5204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Style Intelligence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822191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Heatmap garment × color · análisis por cluster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51960"/>
            <a:ext cx="45720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89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297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Returns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599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Calibración del modelo · top 50 productos riesgo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029200"/>
            <a:ext cx="45720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66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074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Demand Explorer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7667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Forecast vs real por producto · top errores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Diseño SaaS premium · tipografía Inter · paleta restringida · KPI cards con sombra sutil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SECCIÓN 6 · 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Lo que el proyecto NO hace (y por qué importa)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554480"/>
            <a:ext cx="1069848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31520" y="1920240"/>
            <a:ext cx="54864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Labels de devolución semi-sintéticas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H&amp;M no publica devoluciones. El modelo aprende patrones realistas pero está sesgado a las tasas sectoriales asumidas. v2 con datos reales (ASOS) eliminaría esto.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71800"/>
            <a:ext cx="54864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Simulador estático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83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No modela elasticidad de precio, sustitución entre productos ni dinámicas inter-temporales de inventario.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23360"/>
            <a:ext cx="54864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Cap de demanda hardcoded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4348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El multiplicador 2,5× es un parámetro. Una calibración rigurosa requeriría análisis adicional.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074920"/>
            <a:ext cx="54864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74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Recomputación interpolada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486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Los sliders del simulador interpolan sobre la curva precomputada. Una v2 desacoplaría el cálculo.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SECCIÓN 6 ·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Roadmap v2 y conclusión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554480"/>
            <a:ext cx="10698480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18288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Calibri"/>
              </a:rPr>
              <a:t>v2 — Lo que mejorar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514600"/>
            <a:ext cx="137160" cy="137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Datos reales de devoluciones (ASOS GraphReturns)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71800"/>
            <a:ext cx="137160" cy="137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Elasticidad de precio y dinámicas de stock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429000"/>
            <a:ext cx="137160" cy="137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Recomputación física del simulador (servicio asíncrono)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886200"/>
            <a:ext cx="137160" cy="137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Bayesian optimization de α por categoría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1828800"/>
            <a:ext cx="4572000" cy="41148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21031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56032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El motor no produce menos.
Produce mejor.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2062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175.535 € de margen adicional al mismo presupuesto, evitando 5,6K unidades de stock muerto.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5486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0B981"/>
                </a:solidFill>
                <a:latin typeface="Calibri"/>
              </a:rPr>
              <a:t>Decisiones basadas en datos, no en intuición.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